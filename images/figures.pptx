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0B50-41A3-46EC-49FC-42459223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E2892-260C-1F76-F192-8FAA39B55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08B1-09E3-83A2-A1B0-9783656B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99B2-0CAF-6301-5FD0-2ABECDBE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EAD6B-DAF8-3B97-B39A-CE8F7F89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8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850A-CD12-7928-02AF-19C7C179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0F19F-1F5A-B302-143F-B36BF1B68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555D4-DBB6-CB2F-74B2-C31963AB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BC0A7-F510-A8E9-0495-DC8B40D4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2BD6C-7FD4-9AC7-9D11-4008CFB9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1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73AC-0339-7767-3828-6923F9AB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FF700-0F15-FF01-4A7B-E07D548B5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0D633-A032-64FF-0257-E6266319C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277F3-35FE-6355-F91D-DF1A7FE4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30D26-33B5-872E-FA56-ADEE5C87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4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535E-0277-454C-A49F-78A45AEBA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99EF-6938-CABD-6AD3-4257E47B3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3868C-1E7B-4F1F-E875-77687C526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AED56-E6C1-9125-4F67-871EB320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EEFE9-521E-A1F8-7533-276C1371C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34299-6263-4DDA-7670-DEE359FC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2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7553-AB94-98C3-E00E-3AC42C16B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73CB3-3625-04B8-B131-FD53124E9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410C6-73C1-3603-44E5-D5273830A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7BFD3-6501-5992-1004-9D9FBA906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5D54E-F20D-726C-FB7B-59FE8500D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224C1-B7D1-AE35-FE1D-FC94A37C8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6ABD9E-B784-4903-EF03-7490B923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C8598-8BEA-2A6A-8776-65F10C4C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A0C3-CA55-E239-C918-820BF13B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DBFA1F-1348-EC6D-9FEA-D6BBD540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06119-AC00-0DB3-2482-872C4F0D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694C9C-5EDE-12B5-6643-16E099C8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3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72355-B4C3-E16C-D3AC-EFB1F741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6D364-10A0-5AC1-519A-0A988312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658E0-622F-94CD-9DDC-5BF83D19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DD0D-F2E6-3D83-4CF4-0A32BD3F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297E-8595-DEB2-81EE-5112CCAB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23649-81A3-FF94-086B-06C119580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178B0-083F-C797-50AD-1E301659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B4484-3F01-96C1-C427-CE620733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B1CB7-8347-65EB-31CF-916B1DAC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6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C8B1-A370-1BDB-0D82-856C3EFA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47520-034E-F050-E23B-77438BF9A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EBD17-F997-0D9A-67CD-ACC8AEDA7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2E400-54D7-74E6-6138-93E21A49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011B8-14EA-2421-ABD4-EFE63821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8E974-3F3F-0337-3113-6221520A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7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B3CB-1AD8-9558-8108-F10011B2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D1397-752F-DECE-6E9F-79EE38A3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0F14A-A2C8-F403-765F-0A4034D4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5447A-A028-5C04-7367-519EED5F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A1B64-3683-7968-36B3-0E3D3C9C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8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7B4A6-8BC5-D9F1-2453-84B3873EE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92D54-FAE4-61C1-49E6-58813F4E9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244C1-FC2E-E099-D77D-ED4858C6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F5710-F963-050D-0B7B-687BB5D7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DE4BA-8C54-FD4C-DF5D-BCA5FA41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C86EE-6B8B-6D80-76AF-332537D7F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B3CFD-F433-1814-1C03-255FF184F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0CF29-F6DD-F468-A042-F02B332F1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D1B94-2A57-4350-863A-689B40882FC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7A4CF-DD1E-1F0C-C9A7-9DD019EC8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2C2B-99A5-DBF4-8B5B-DDEA2639E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2E13D-F84C-4EAC-9FC1-A3A9AFAA7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1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655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2174F4C-9096-4B26-A750-D2355B78B677}"/>
              </a:ext>
            </a:extLst>
          </p:cNvPr>
          <p:cNvGrpSpPr/>
          <p:nvPr/>
        </p:nvGrpSpPr>
        <p:grpSpPr>
          <a:xfrm rot="16200000" flipH="1">
            <a:off x="4885941" y="3040227"/>
            <a:ext cx="841250" cy="3486911"/>
            <a:chOff x="3542563" y="1977911"/>
            <a:chExt cx="818523" cy="325058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80C135-365C-48E6-8929-EA9E57B29AEF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450591" y="3469582"/>
              <a:ext cx="3250582" cy="2672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CFB3A7B-56B9-47F8-AB41-FA32112E5D3B}"/>
                </a:ext>
              </a:extLst>
            </p:cNvPr>
            <p:cNvCxnSpPr/>
            <p:nvPr/>
          </p:nvCxnSpPr>
          <p:spPr>
            <a:xfrm flipH="1">
              <a:off x="3738298" y="1977911"/>
              <a:ext cx="62278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580099D-935F-45CF-9730-62BC35259404}"/>
                </a:ext>
              </a:extLst>
            </p:cNvPr>
            <p:cNvCxnSpPr/>
            <p:nvPr/>
          </p:nvCxnSpPr>
          <p:spPr>
            <a:xfrm flipH="1">
              <a:off x="3542563" y="5228492"/>
              <a:ext cx="62278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CBB3650-DA64-43EC-B318-84D483555BC6}"/>
              </a:ext>
            </a:extLst>
          </p:cNvPr>
          <p:cNvSpPr txBox="1"/>
          <p:nvPr/>
        </p:nvSpPr>
        <p:spPr>
          <a:xfrm>
            <a:off x="2717839" y="5381153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0.025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7AEB6-F5E3-4136-80F5-6CBE84763B81}"/>
              </a:ext>
            </a:extLst>
          </p:cNvPr>
          <p:cNvSpPr txBox="1"/>
          <p:nvPr/>
        </p:nvSpPr>
        <p:spPr>
          <a:xfrm>
            <a:off x="4919473" y="4449900"/>
            <a:ext cx="1321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 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5A492ED-BAA1-4998-AC6C-ACA552E8B861}"/>
              </a:ext>
            </a:extLst>
          </p:cNvPr>
          <p:cNvGrpSpPr/>
          <p:nvPr/>
        </p:nvGrpSpPr>
        <p:grpSpPr>
          <a:xfrm>
            <a:off x="3419210" y="5301877"/>
            <a:ext cx="611532" cy="431410"/>
            <a:chOff x="3786052" y="2797680"/>
            <a:chExt cx="1032473" cy="1057982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E6FC1D-6EEF-4640-A7CD-890F5718B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790" y="3491741"/>
              <a:ext cx="444735" cy="3639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159D365-BFCA-4709-A8A5-39329300EC9B}"/>
                </a:ext>
              </a:extLst>
            </p:cNvPr>
            <p:cNvCxnSpPr>
              <a:cxnSpLocks/>
            </p:cNvCxnSpPr>
            <p:nvPr/>
          </p:nvCxnSpPr>
          <p:spPr>
            <a:xfrm>
              <a:off x="3786052" y="2797680"/>
              <a:ext cx="760274" cy="87602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199D5D8E-A884-4925-A1F3-74DD457650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1" t="6810" r="8820" b="83666"/>
          <a:stretch/>
        </p:blipFill>
        <p:spPr>
          <a:xfrm>
            <a:off x="2325433" y="2909157"/>
            <a:ext cx="4659086" cy="435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034E3F-F932-632E-EE2F-EF37A55FC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212" r="20606" b="4581"/>
          <a:stretch>
            <a:fillRect/>
          </a:stretch>
        </p:blipFill>
        <p:spPr>
          <a:xfrm>
            <a:off x="3550919" y="4864609"/>
            <a:ext cx="3910584" cy="787665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E197A1-6E64-41EC-E0CC-33363B247767}"/>
              </a:ext>
            </a:extLst>
          </p:cNvPr>
          <p:cNvCxnSpPr>
            <a:cxnSpLocks/>
          </p:cNvCxnSpPr>
          <p:nvPr/>
        </p:nvCxnSpPr>
        <p:spPr>
          <a:xfrm flipH="1">
            <a:off x="3287503" y="5204307"/>
            <a:ext cx="263416" cy="148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47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TSUSHIMA NATSUKI</dc:creator>
  <cp:lastModifiedBy>TSUSHIMA NATSUKI</cp:lastModifiedBy>
  <cp:revision>3</cp:revision>
  <dcterms:created xsi:type="dcterms:W3CDTF">2026-07-12T05:47:16Z</dcterms:created>
  <dcterms:modified xsi:type="dcterms:W3CDTF">2026-07-12T05:51:31Z</dcterms:modified>
</cp:coreProperties>
</file>